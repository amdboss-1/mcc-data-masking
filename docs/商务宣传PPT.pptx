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A33D"/>
                </a:solidFill>
              </a:rPr>
              <a:t>AI Local Data Masking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让AI安全分析敏感数据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B95A"/>
                </a:solidFill>
              </a:rPr>
              <a:t>离线优先 · 码本本地 · 可逆脱敏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Apache 2.0 Open Source | https://github.com/AmdBoss-1/mcc-data-masking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痛点：AI时代的数据安全困境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[!]  数据不能外发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敏感数据发给AI分析存在泄露风险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[!]  云端脱敏不安全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在线工具的码本服务器可能存在漏洞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[!]  脱敏后无法还原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单向加密导致原始数据永久丢失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[!]  格式支持有限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3949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Excel/CSV/JSON/XML需要不同工具处理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解决方案：本地脱敏，AI安全工作流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CF0"/>
                </a:solidFill>
              </a:rPr>
              <a:t>四步完成安全的AI数据分析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737360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C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准备数据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拖入原始文件
Excel/CSV/JSON等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33D"/>
                </a:solidFill>
              </a:rPr>
              <a:t>-&gt;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737360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C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一键脱敏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生成码本+脱敏文件
保留原格式结构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33D"/>
                </a:solidFill>
              </a:rPr>
              <a:t>-&gt;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1737360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C2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AI分析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将脱敏文件发给AI
获取分析结果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33D"/>
                </a:solidFill>
              </a:rPr>
              <a:t>-&gt;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1737360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C2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本地还原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导入码本
一键恢复原始数据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33D"/>
                </a:solidFill>
              </a:rPr>
              <a:t>核心优势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0"/>
                </a:solidFill>
              </a:rPr>
              <a:t>[v] 码本完全本地存储，永不上传云端
[v] 支持10+种文件格式，自动识别编码
[v] 可逆脱敏，原始数据100%可还原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核心功能特性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完全离线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无需联网
物理隔离可用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630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[+]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码本本地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517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仅存本机
不上云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4630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可逆脱敏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6517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mask-&gt;unmask
完整闭环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79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[C]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双模式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网页+CLI
灵活选择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40479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2335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[F]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663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10+格式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2120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Excel/CSV
JSON/XML等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840479"/>
            <a:ext cx="356616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02335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[T]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663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</a:rPr>
              <a:t>对照表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2120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CF0"/>
                </a:solidFill>
              </a:rPr>
              <a:t>byFile粒度
精准追溯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适用场景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车间生产数据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脱敏客户信息后分析生产规律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1247120" cy="118872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医疗病历分析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去除个人隐私保留病情数据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1247120" cy="118872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财务智能审计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AI识别异常不接触敏感数字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供应链数据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943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供应商信息脱敏后优化库存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安全承诺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[*]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本地监听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默认仅监听127.0.0.1，不接受外部连接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[*]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路径隔离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浏览器无法访问真实文件路径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[*]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零云依赖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无遥测、无日志上传、无自动更新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199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5779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[*]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663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33D"/>
                </a:solidFill>
              </a:rPr>
              <a:t>物理隔离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1207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</a:rPr>
              <a:t>可在air-gapped环境中完整运行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33D"/>
                </a:solidFill>
              </a:rPr>
              <a:t>安全，是我们的底线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</a:rPr>
              <a:t>开源免费，商用品质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33D"/>
                </a:solidFill>
              </a:rPr>
              <a:t>Apache License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0"/>
                </a:solidFill>
              </a:rPr>
              <a:t>[v] 商业使用
[v] 修改代码
[v] 分发销售
[v] 私有部署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33D"/>
                </a:solidFill>
              </a:rPr>
              <a:t>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0"/>
                </a:solidFill>
              </a:rPr>
              <a:t>[v] Java 8+ (跨平台)
[v] Maven 构建
[v] 嵌入式 Jetty
[v] 零外部依赖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1097280"/>
          </a:xfrm>
          <a:prstGeom prst="round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</a:rPr>
              <a:t>快速开始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B95A"/>
                </a:solidFill>
              </a:rPr>
              <a:t>mvn clean package &amp;&amp; java -jar target/masking-tool-1.0.0.jar 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https://github.com/AmdBoss-1/mcc-data-masking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A33D"/>
                </a:solidFill>
              </a:rPr>
              <a:t>立即开始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让数据安全，让AI赋能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3200400" cy="9144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C2E"/>
                </a:solidFill>
              </a:rPr>
              <a:t>GitHub Star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3200400" cy="9144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C2E"/>
                </a:solidFill>
              </a:rPr>
              <a:t>下载源码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ECF0"/>
                </a:solidFill>
              </a:rPr>
              <a:t>开源免费 · Apache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B95A"/>
                </a:solidFill>
              </a:rPr>
              <a:t>Made with &lt;3 by MCC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