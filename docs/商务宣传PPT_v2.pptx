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1645920"/>
            <a:ext cx="6702552" cy="3657600"/>
          </a:xfrm>
          <a:prstGeom prst="roundRect">
            <a:avLst>
              <a:gd name="adj" fmla="val 3750"/>
            </a:avLst>
          </a:prstGeom>
          <a:solidFill>
            <a:srgbClr val="1A2A3E"/>
          </a:solidFill>
          <a:ln w="254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20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LOCAL DATA MASKING TOOL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安全分析敏感数据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B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离线优先  ·  码本本地  ·  可逆脱敏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  |  开源免费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github.com/AmdBoss-1/mcc-data-masking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痛点：AI 时代的数据安全困境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敏感数据如何使用 AI？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731520" cy="731520"/>
          </a:xfrm>
          <a:prstGeom prst="ellipse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!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数据不能外发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敏感数据发给 AI 分析存在泄露风险，一旦泄露不可挽回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80360"/>
            <a:ext cx="731520" cy="731520"/>
          </a:xfrm>
          <a:prstGeom prst="ellipse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26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!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3736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云端脱敏不安全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在线工具的码本服务器可能存在漏洞，数据被动托管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206240"/>
            <a:ext cx="731520" cy="731520"/>
          </a:xfrm>
          <a:prstGeom prst="ellipse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51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!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3736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脱敏后无法还原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4617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单向加密导致原始数据永久丢失，无法恢复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30352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532120"/>
            <a:ext cx="731520" cy="731520"/>
          </a:xfrm>
          <a:prstGeom prst="ellipse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577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!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737360" y="5486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格式支持有限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737360" y="5943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Excel/CSV/JSON/XML 需要不同工具处理，流程割裂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解决方案：本地脱敏，安全 AI 工作流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四步完成数据脱敏 → AI 分析 → 本地还原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准备数据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拖入原始文件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Excel/CSV/JSON等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33D"/>
                </a:solidFill>
              </a:rPr>
              <a:t>&gt;&gt;&gt;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3258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一键脱敏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生成码本+脱敏文件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保留原格式结构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33D"/>
                </a:solidFill>
              </a:rPr>
              <a:t>&gt;&gt;&gt;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安全分析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606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将脱敏文件发给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获取分析洞察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33D"/>
                </a:solidFill>
              </a:rPr>
              <a:t>&gt;&gt;&gt;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235440" y="13258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544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23544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本地还原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35440" y="2606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导入码本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一键恢复原始数据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1274552" cy="2011680"/>
          </a:xfrm>
          <a:prstGeom prst="roundRect">
            <a:avLst>
              <a:gd name="adj" fmla="val 3636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码本完全本地存储，永不上传云端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10+ 种文件格式，自动识别编码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可逆脱敏，原始数据 100% 可还原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核心功能特性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六大特性，全面覆盖数据脱敏需求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5544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完全离线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无需联网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物理隔离可用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94960" y="15544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9768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码本本地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2880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仅存本机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永不上云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235440" y="15544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2A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816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可逆脱敏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38160" y="2880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 -&gt; Unmask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54480" y="420624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2A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4251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5074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5532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网页控制台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CLI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3977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420624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2A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4251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297680" y="5074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10+ 格式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297680" y="5532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Excel/CSV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JSON/XML等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3977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235440" y="420624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2A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4251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138160" y="5074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对照表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138160" y="5532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ByFile 粒度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精准追溯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覆盖企业数据脱敏核心需求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00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车间生产数据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 | 生产记录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脱敏客户姓名、电话后分析生产规律，AI 不接触真实隐私数据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医疗病历分析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患者隐私 | 病情数据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去除身份证号、联系方式，保留病情数据供 AI 医学分析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251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财务智能审计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薪酬数据 | 银行账号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4251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识别异常模式不接触敏感数字，内部可追溯原始凭证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25780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5577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63040" y="5394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供应链数据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 | 成本数据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5577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供应商信息脱敏后用于 AI 优化库存和物流调度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安全承诺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数据安全，是我们的底线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本地监听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默认仅监听 127.0.0.1，不接受外部连接请求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路径隔离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1031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浏览器无法访问真实文件路径，单文件挂载隔离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零云依赖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无遥测、无日志上传、无自动更新检查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1546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32320" y="3337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物理隔离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3931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 air-gapped 物理隔离环境中完整运行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5212080"/>
            <a:ext cx="5788152" cy="9144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5349240"/>
            <a:ext cx="5788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C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安全，是我们的底线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开源免费 · 商用品质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 2.0 许可证，完全开放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License 2.0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 商业使用
</a:t>
            </a:r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 修改代码
</a:t>
            </a:r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 分发销售
</a:t>
            </a:r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 私有部署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1463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2103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 Java 8+  (跨平台运行)
</a:t>
            </a:r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 Maven 构建
</a:t>
            </a:r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 嵌入式 Jetty
</a:t>
            </a:r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[v] 零外部依赖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快速开始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clean package &amp;&amp; java -jar target/masking-tool-1.0.0.jar serve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github.com/AmdBoss-1/mcc-data-masking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 |  Fork  |  Watch  |  Download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188720"/>
            <a:ext cx="8531352" cy="4572000"/>
          </a:xfrm>
          <a:prstGeom prst="roundRect">
            <a:avLst>
              <a:gd name="adj" fmla="val 3000"/>
            </a:avLst>
          </a:prstGeom>
          <a:solidFill>
            <a:srgbClr val="1A2A3E"/>
          </a:solidFill>
          <a:ln w="254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46304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立即开始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让数据安全，让 AI 赋能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0" y="338328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3520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0" y="338328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3520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448056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B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github.com/AmdBoss-1/mcc-data-masking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502920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开源免费 · Apache 2.0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2026-10-11T05:38:36Z</dcterms:created>
  <dcterms:modified xsi:type="dcterms:W3CDTF">2026-10-11T05:38:36Z</dcterms:modified>
</cp:coreProperties>
</file>