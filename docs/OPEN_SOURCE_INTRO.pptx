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>
                <a:solidFill>
                  <a:srgbClr val="E8A33D"/>
                </a:solidFill>
              </a:rPr>
              <a:t>AI Local Data Masking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FFFFFF"/>
                </a:solidFill>
              </a:rPr>
              <a:t>离线优先 · 码本本地 · AI安全工作流
Apache 2.0 Open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E8A33D"/>
                </a:solidFill>
              </a:rPr>
              <a:t>https://github.com/AmdBoss-1/mcc-data-masking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E8A33D"/>
                </a:solidFill>
              </a:rPr>
              <a:t>为什么选择我们？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🔒 完全离线  —  无需联网，支持物理隔离环境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E8A33D"/>
                </a:solidFill>
              </a:rPr>
              <a:t> 码本不上云  —  对照表保存在本机，永不上传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🔄 可逆脱敏  —  mask → AI分析 → unmask 完整闭环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E8A33D"/>
                </a:solidFill>
              </a:rPr>
              <a:t>💻 双模式操作  —  网页控制台 + CLI自动化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E8A33D"/>
                </a:solidFill>
              </a:rPr>
              <a:t>三步安全工作流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E8A33D"/>
                </a:solidFill>
              </a:rPr>
              <a:t>1️  准备数据  →  Excel/CSV/JSON 等敏感文件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2️⃣  一键脱敏  →  生成码本 + 输出脱敏文件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E8A33D"/>
                </a:solidFill>
              </a:rPr>
              <a:t>3️⃣  AI安全分析  →  发给AI，不泄露隐私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4️⃣  本地还原  →  导入码本，恢复原始数据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E8A33D"/>
                </a:solidFill>
              </a:rPr>
              <a:t>10+ 文件格式全覆盖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>
                <a:solidFill>
                  <a:srgbClr val="FFFFFF"/>
                </a:solidFill>
              </a:rPr>
              <a:t>Excel  ·  CSV  ·  JSON  ·  XML  ·  PDF  ·  Word  ·  PPTX  ·  SQLite  ·  TXT  · 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E8A33D"/>
                </a:solidFill>
              </a:rPr>
              <a:t>✅ 保留原格式结构与样式
✅ 自动检测编码与分隔符
✅ 支持嵌套JSON/XML结构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E8A33D"/>
                </a:solidFill>
              </a:rPr>
              <a:t>数据安全，绝不妥协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✅  监听 127.0.0.1，不接受外部连接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✅  浏览器无法访问真实文件路径（单文件挂载隔离）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✅  无遥测、无日志上传、无自动更新检查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✅  可在 air-gapped（物理隔离）环境中运行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E8A33D"/>
                </a:solidFill>
              </a:rPr>
              <a:t>Apache 2.0 开源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FFFFFF"/>
                </a:solidFill>
              </a:rPr>
              <a:t>GitHub:
https://github.com/AmdBoss-1/mcc-data-masking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E8A33D"/>
                </a:solidFill>
              </a:rPr>
              <a:t>快速开始:
mvn clean package
java -jar target/masking-tool-1.0.0.jar 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</a:rPr>
              <a:t>Made with ❤️ by MCC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