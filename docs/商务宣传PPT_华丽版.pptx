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3" name="Shape 1"/>
          <p:cNvSpPr/>
          <p:nvPr/>
        </p:nvSpPr>
        <p:spPr>
          <a:xfrm rot="1800000">
            <a:off x="-73152000" y="-73152000"/>
            <a:ext cx="300" cy="300"/>
          </a:xfrm>
          <a:prstGeom prst="hexagon">
            <a:avLst/>
          </a:prstGeom>
          <a:solidFill>
            <a:srgbClr val="1A3050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-45720000" y="-45720000"/>
            <a:ext cx="200" cy="200"/>
          </a:xfrm>
          <a:prstGeom prst="hexagon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 rot="900000">
            <a:off x="7772400" y="4114800"/>
            <a:ext cx="350" cy="350"/>
          </a:xfrm>
          <a:prstGeom prst="hexagon">
            <a:avLst/>
          </a:prstGeom>
          <a:solidFill>
            <a:srgbClr val="1A3050"/>
          </a:solidFill>
          <a:ln/>
        </p:spPr>
      </p:sp>
      <p:sp>
        <p:nvSpPr>
          <p:cNvPr id="6" name="Shape 4"/>
          <p:cNvSpPr/>
          <p:nvPr/>
        </p:nvSpPr>
        <p:spPr>
          <a:xfrm rot="1800000">
            <a:off x="8229600" y="4572000"/>
            <a:ext cx="250" cy="250"/>
          </a:xfrm>
          <a:prstGeom prst="hexagon">
            <a:avLst/>
          </a:prstGeom>
          <a:solidFill>
            <a:srgbClr val="E8A33D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143500"/>
            <a:ext cx="914400" cy="45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0" y="0"/>
            <a:ext cx="45720" cy="51435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2011680"/>
            <a:ext cx="6400800" cy="1828800"/>
          </a:xfrm>
          <a:prstGeom prst="roundRect">
            <a:avLst>
              <a:gd name="adj" fmla="val 7500"/>
            </a:avLst>
          </a:prstGeom>
          <a:solidFill>
            <a:srgbClr val="1A3050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011680"/>
            <a:ext cx="73152" cy="18288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21945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MCC数据脱敏工具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1371600" y="30175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AI本地数据脱敏专家 · 隐私保护首选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931920" y="411480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0" y="41148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C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4114800"/>
            <a:ext cx="822960" cy="411480"/>
          </a:xfrm>
          <a:prstGeom prst="roundRect">
            <a:avLst>
              <a:gd name="adj" fmla="val 22222"/>
            </a:avLst>
          </a:prstGeom>
          <a:solidFill>
            <a:srgbClr val="C4882A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41148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AmdBoss-1/mcc-data-masking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行业痛点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0" y="274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为什么您的数据需要保护？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2468880" cy="3200400"/>
          </a:xfrm>
          <a:prstGeom prst="roundRect">
            <a:avLst>
              <a:gd name="adj" fmla="val 5556"/>
            </a:avLst>
          </a:prstGeom>
          <a:solidFill>
            <a:srgbClr val="1A3050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71600"/>
            <a:ext cx="246888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Shape 7"/>
          <p:cNvSpPr/>
          <p:nvPr/>
        </p:nvSpPr>
        <p:spPr>
          <a:xfrm>
            <a:off x="1508760" y="1645920"/>
            <a:ext cx="914400" cy="9144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17830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数据泄露风险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2918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敏感信息在传输过程中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容易被截获或滥用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1371600"/>
            <a:ext cx="2468880" cy="3200400"/>
          </a:xfrm>
          <a:prstGeom prst="roundRect">
            <a:avLst>
              <a:gd name="adj" fmla="val 5556"/>
            </a:avLst>
          </a:prstGeom>
          <a:solidFill>
            <a:srgbClr val="1A3050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371600"/>
            <a:ext cx="246888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Shape 13"/>
          <p:cNvSpPr/>
          <p:nvPr/>
        </p:nvSpPr>
        <p:spPr>
          <a:xfrm>
            <a:off x="4251960" y="1645920"/>
            <a:ext cx="914400" cy="9144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17830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☁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657600" y="2743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云端脱敏不安全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57600" y="32918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数据离开本地后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失去完全控制权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2468880" cy="3200400"/>
          </a:xfrm>
          <a:prstGeom prst="roundRect">
            <a:avLst>
              <a:gd name="adj" fmla="val 5556"/>
            </a:avLst>
          </a:prstGeom>
          <a:solidFill>
            <a:srgbClr val="1A3050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371600"/>
            <a:ext cx="246888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1" name="Shape 19"/>
          <p:cNvSpPr/>
          <p:nvPr/>
        </p:nvSpPr>
        <p:spPr>
          <a:xfrm>
            <a:off x="6995160" y="1645920"/>
            <a:ext cx="914400" cy="9144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17830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400800" y="2743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格式支持有限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32918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现有工具无法处理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多样化业务数据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0" y="274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本地脱敏，安全可控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51560" y="1645920"/>
            <a:ext cx="1188720" cy="1188720"/>
          </a:xfrm>
          <a:prstGeom prst="ellipse">
            <a:avLst/>
          </a:prstGeom>
          <a:solidFill>
            <a:srgbClr val="E8A33D"/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78308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本地Mask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选择文件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本地完成脱敏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2011680"/>
            <a:ext cx="548640" cy="365760"/>
          </a:xfrm>
          <a:prstGeom prst="rightArrow">
            <a:avLst/>
          </a:prstGeom>
          <a:solidFill>
            <a:srgbClr val="8BA3C7"/>
          </a:solidFill>
          <a:ln/>
        </p:spPr>
      </p:sp>
      <p:sp>
        <p:nvSpPr>
          <p:cNvPr id="12" name="Shape 10"/>
          <p:cNvSpPr/>
          <p:nvPr/>
        </p:nvSpPr>
        <p:spPr>
          <a:xfrm>
            <a:off x="3246120" y="1645920"/>
            <a:ext cx="1188720" cy="1188720"/>
          </a:xfrm>
          <a:prstGeom prst="ellipse">
            <a:avLst/>
          </a:prstGeom>
          <a:solidFill>
            <a:srgbClr val="3498DB"/>
          </a:solidFill>
          <a:ln w="38100">
            <a:solidFill>
              <a:srgbClr val="3498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78308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92608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发给AI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6080" y="3474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将脱敏数据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发送给AI处理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2011680"/>
            <a:ext cx="548640" cy="365760"/>
          </a:xfrm>
          <a:prstGeom prst="rightArrow">
            <a:avLst/>
          </a:prstGeom>
          <a:solidFill>
            <a:srgbClr val="8BA3C7"/>
          </a:solidFill>
          <a:ln/>
        </p:spPr>
      </p:sp>
      <p:sp>
        <p:nvSpPr>
          <p:cNvPr id="17" name="Shape 15"/>
          <p:cNvSpPr/>
          <p:nvPr/>
        </p:nvSpPr>
        <p:spPr>
          <a:xfrm>
            <a:off x="5440680" y="1645920"/>
            <a:ext cx="1188720" cy="1188720"/>
          </a:xfrm>
          <a:prstGeom prst="ellipse">
            <a:avLst/>
          </a:prstGeom>
          <a:solidFill>
            <a:srgbClr val="2ECC71"/>
          </a:solidFill>
          <a:ln w="381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178308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12064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返回结果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0640" y="3474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AI处理完成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返回脱敏结果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2011680"/>
            <a:ext cx="548640" cy="365760"/>
          </a:xfrm>
          <a:prstGeom prst="rightArrow">
            <a:avLst/>
          </a:prstGeom>
          <a:solidFill>
            <a:srgbClr val="8BA3C7"/>
          </a:solidFill>
          <a:ln/>
        </p:spPr>
      </p:sp>
      <p:sp>
        <p:nvSpPr>
          <p:cNvPr id="22" name="Shape 20"/>
          <p:cNvSpPr/>
          <p:nvPr/>
        </p:nvSpPr>
        <p:spPr>
          <a:xfrm>
            <a:off x="7635240" y="1645920"/>
            <a:ext cx="1188720" cy="1188720"/>
          </a:xfrm>
          <a:prstGeom prst="ellipse">
            <a:avLst/>
          </a:prstGeom>
          <a:solidFill>
            <a:srgbClr val="E74C3C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178308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31520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本地Unmask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0" y="3474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本地还原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原始数据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0" y="4480560"/>
            <a:ext cx="5486400" cy="548640"/>
          </a:xfrm>
          <a:prstGeom prst="roundRect">
            <a:avLst>
              <a:gd name="adj" fmla="val 16667"/>
            </a:avLst>
          </a:prstGeom>
          <a:solidFill>
            <a:srgbClr val="1A3050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4480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数据全程留在本地，无需上传云端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3657600" cy="1737360"/>
          </a:xfrm>
          <a:prstGeom prst="roundRect">
            <a:avLst>
              <a:gd name="adj" fmla="val 6316"/>
            </a:avLst>
          </a:prstGeom>
          <a:solidFill>
            <a:srgbClr val="1A3050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600200"/>
            <a:ext cx="914400" cy="9144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91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03120" y="1554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离线优先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03120" y="2103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码本完全本地存储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无需网络连接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657600" cy="1737360"/>
          </a:xfrm>
          <a:prstGeom prst="roundRect">
            <a:avLst>
              <a:gd name="adj" fmla="val 6316"/>
            </a:avLst>
          </a:prstGeom>
          <a:solidFill>
            <a:srgbClr val="1A3050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1600200"/>
            <a:ext cx="914400" cy="91440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691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10+格式支持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0" y="2103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Excel/CSV/JSON/XML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等主流格式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3657600" cy="1737360"/>
          </a:xfrm>
          <a:prstGeom prst="roundRect">
            <a:avLst>
              <a:gd name="adj" fmla="val 6316"/>
            </a:avLst>
          </a:prstGeom>
          <a:solidFill>
            <a:srgbClr val="1A3050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3520440"/>
            <a:ext cx="914400" cy="91440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611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103120" y="3474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可逆脱敏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103120" y="40233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支持完全还原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保证数据完整性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3108960"/>
            <a:ext cx="3657600" cy="1737360"/>
          </a:xfrm>
          <a:prstGeom prst="roundRect">
            <a:avLst>
              <a:gd name="adj" fmla="val 6316"/>
            </a:avLst>
          </a:prstGeom>
          <a:solidFill>
            <a:srgbClr val="1A3050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3520440"/>
            <a:ext cx="914400" cy="9144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3611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217920" y="3474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批量处理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17920" y="40233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支持文件夹批量操作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高效省时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应用场景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0" y="274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覆盖多个行业的数据保护需求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2011680" cy="3474720"/>
          </a:xfrm>
          <a:prstGeom prst="roundRect">
            <a:avLst>
              <a:gd name="adj" fmla="val 6818"/>
            </a:avLst>
          </a:prstGeom>
          <a:solidFill>
            <a:srgbClr val="1A3050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80160"/>
            <a:ext cx="2011680" cy="10972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71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🏥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医疗记录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患者隐私保护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病历数据脱敏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1280160"/>
            <a:ext cx="2011680" cy="3474720"/>
          </a:xfrm>
          <a:prstGeom prst="roundRect">
            <a:avLst>
              <a:gd name="adj" fmla="val 6818"/>
            </a:avLst>
          </a:prstGeom>
          <a:solidFill>
            <a:srgbClr val="1A3050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280160"/>
            <a:ext cx="2011680" cy="10972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1371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💰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10896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财务报表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08960" y="310896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敏感数据隐藏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安全汇报展示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1280160"/>
            <a:ext cx="2011680" cy="3474720"/>
          </a:xfrm>
          <a:prstGeom prst="roundRect">
            <a:avLst>
              <a:gd name="adj" fmla="val 6818"/>
            </a:avLst>
          </a:prstGeom>
          <a:solidFill>
            <a:srgbClr val="1A3050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1280160"/>
            <a:ext cx="2011680" cy="10972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371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👥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530352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客户资料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03520" y="310896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联系人信息保护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CRM数据安全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1280160"/>
            <a:ext cx="2011680" cy="3474720"/>
          </a:xfrm>
          <a:prstGeom prst="roundRect">
            <a:avLst>
              <a:gd name="adj" fmla="val 6818"/>
            </a:avLst>
          </a:prstGeom>
          <a:solidFill>
            <a:srgbClr val="1A3050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1280160"/>
            <a:ext cx="2011680" cy="109728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1371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📋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749808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政府公文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98080" y="310896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机密文件处理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政务信息安全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安全特性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2651760" cy="3291840"/>
          </a:xfrm>
          <a:prstGeom prst="roundRect">
            <a:avLst>
              <a:gd name="adj" fmla="val 5172"/>
            </a:avLst>
          </a:prstGeom>
          <a:solidFill>
            <a:srgbClr val="E8A33D"/>
          </a:solidFill>
          <a:ln w="38100">
            <a:solidFill>
              <a:srgbClr val="C488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💾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C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码本本地存储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所有映射规则存储在本地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完全自主可控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1280160"/>
            <a:ext cx="2651760" cy="3291840"/>
          </a:xfrm>
          <a:prstGeom prst="roundRect">
            <a:avLst>
              <a:gd name="adj" fmla="val 5172"/>
            </a:avLst>
          </a:prstGeom>
          <a:solidFill>
            <a:srgbClr val="1A3050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5544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🚫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84048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永不上传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0" y="3291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原始数据和处理结果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永远不会离开您的设备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1280160"/>
            <a:ext cx="2651760" cy="3291840"/>
          </a:xfrm>
          <a:prstGeom prst="roundRect">
            <a:avLst>
              <a:gd name="adj" fmla="val 5172"/>
            </a:avLst>
          </a:prstGeom>
          <a:solidFill>
            <a:srgbClr val="1A3050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5544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📜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76656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Apache 2.0 开源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66560" y="3291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代码完全开放透明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可审计可验证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-45720000" y="3657600"/>
            <a:ext cx="300" cy="300"/>
          </a:xfrm>
          <a:prstGeom prst="hexagon">
            <a:avLst/>
          </a:prstGeom>
          <a:solidFill>
            <a:srgbClr val="1A3050"/>
          </a:solidFill>
          <a:ln/>
        </p:spPr>
      </p:sp>
      <p:sp>
        <p:nvSpPr>
          <p:cNvPr id="4" name="Shape 2"/>
          <p:cNvSpPr/>
          <p:nvPr/>
        </p:nvSpPr>
        <p:spPr>
          <a:xfrm rot="2100000">
            <a:off x="7315200" y="-91440000"/>
            <a:ext cx="350" cy="350"/>
          </a:xfrm>
          <a:prstGeom prst="hexagon">
            <a:avLst/>
          </a:prstGeom>
          <a:solidFill>
            <a:srgbClr val="1A30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 · 透明 · 可信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828800" y="2103120"/>
            <a:ext cx="5486400" cy="2011680"/>
          </a:xfrm>
          <a:prstGeom prst="roundRect">
            <a:avLst>
              <a:gd name="adj" fmla="val 6818"/>
            </a:avLst>
          </a:prstGeom>
          <a:solidFill>
            <a:srgbClr val="1A3050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2103120"/>
            <a:ext cx="5486400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23774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🐙 GitHub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AmdBoss-1/mcc-data-masking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35661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License 2.0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完全开源透明    ✓ 代码可审计验证    ✓ 社区共建发展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3" name="Shape 1"/>
          <p:cNvSpPr/>
          <p:nvPr/>
        </p:nvSpPr>
        <p:spPr>
          <a:xfrm rot="1500000">
            <a:off x="-73152000" y="-73152000"/>
            <a:ext cx="350" cy="350"/>
          </a:xfrm>
          <a:prstGeom prst="hexagon">
            <a:avLst/>
          </a:prstGeom>
          <a:solidFill>
            <a:srgbClr val="1A3050"/>
          </a:solidFill>
          <a:ln/>
        </p:spPr>
      </p:sp>
      <p:sp>
        <p:nvSpPr>
          <p:cNvPr id="4" name="Shape 2"/>
          <p:cNvSpPr/>
          <p:nvPr/>
        </p:nvSpPr>
        <p:spPr>
          <a:xfrm rot="900000">
            <a:off x="7315200" y="3657600"/>
            <a:ext cx="400" cy="400"/>
          </a:xfrm>
          <a:prstGeom prst="hexagon">
            <a:avLst/>
          </a:prstGeom>
          <a:solidFill>
            <a:srgbClr val="1A3050"/>
          </a:solidFill>
          <a:ln/>
        </p:spPr>
      </p:sp>
      <p:sp>
        <p:nvSpPr>
          <p:cNvPr id="5" name="Shape 3"/>
          <p:cNvSpPr/>
          <p:nvPr/>
        </p:nvSpPr>
        <p:spPr>
          <a:xfrm rot="2400000">
            <a:off x="6858000" y="-54864000"/>
            <a:ext cx="200" cy="200"/>
          </a:xfrm>
          <a:prstGeom prst="hexagon">
            <a:avLst/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143500"/>
            <a:ext cx="914400" cy="45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0" y="0"/>
            <a:ext cx="45720" cy="51435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感谢关注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MCC数据脱敏工具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657600" y="3566160"/>
            <a:ext cx="1828800" cy="2743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AmdBoss-1/mcc-data-masking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 · 安全 · 可逆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2026-10-11T05:42:16Z</dcterms:created>
  <dcterms:modified xsi:type="dcterms:W3CDTF">2026-10-11T05:42:16Z</dcterms:modified>
</cp:coreProperties>
</file>